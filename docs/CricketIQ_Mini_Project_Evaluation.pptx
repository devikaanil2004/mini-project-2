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E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F1E3D"/>
                </a:solidFill>
                <a:latin typeface="Arial"/>
              </a:rPr>
              <a:t>Top 5 run scorers (IPL career)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 Kohli</c:v>
                </c:pt>
                <c:pt idx="1">
                  <c:v>R Sharma</c:v>
                </c:pt>
                <c:pt idx="2">
                  <c:v>S Dhawan</c:v>
                </c:pt>
                <c:pt idx="3">
                  <c:v>D Warner</c:v>
                </c:pt>
                <c:pt idx="4">
                  <c:v>KL Rahul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9346</c:v>
                </c:pt>
                <c:pt idx="1">
                  <c:v>7331</c:v>
                </c:pt>
                <c:pt idx="2">
                  <c:v>6769</c:v>
                </c:pt>
                <c:pt idx="3">
                  <c:v>6567</c:v>
                </c:pt>
                <c:pt idx="4">
                  <c:v>5828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EC-428A-9066-AE5B4A4E5D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E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F1E3D"/>
                </a:solidFill>
                <a:latin typeface="Arial"/>
              </a:rPr>
              <a:t>Top 5 wicket takers (IPL career)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Wickets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 Chahal</c:v>
                </c:pt>
                <c:pt idx="1">
                  <c:v>B Kumar</c:v>
                </c:pt>
                <c:pt idx="2">
                  <c:v>S Narine</c:v>
                </c:pt>
                <c:pt idx="3">
                  <c:v>P Chawla</c:v>
                </c:pt>
                <c:pt idx="4">
                  <c:v>J Bumrah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233</c:v>
                </c:pt>
                <c:pt idx="1">
                  <c:v>226</c:v>
                </c:pt>
                <c:pt idx="2">
                  <c:v>209</c:v>
                </c:pt>
                <c:pt idx="3">
                  <c:v>192</c:v>
                </c:pt>
                <c:pt idx="4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60-4DA2-ACDB-27C056AF56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34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CricketIQ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Data Analytics &amp; Predictive Intelligence Platform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42062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(Team No. 08)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Ahana Saji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MGP22NMC-007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4904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 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MGP22NMC-022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Devika Anil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MGP22NMC-027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097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Amrita Priya 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 |  Saintgits College of Engineering  </a:t>
            </a:r>
            <a:r>
              <a:rPr lang="en-US" sz="130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IMCA 22 - 27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Premier League (IPL) produces a huge volume of cricket data every season.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is a web platform that collects this data in one place and makes it easy to explore.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ball-by-ball records of 1,243 IPL matches in a relational database.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an analytics dashboard and four machine-learning tools on top of the data.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Flask and scikit-learn; usable by fans, analysts and students.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15544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874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3524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38360" y="15544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8360" y="1874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73836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35661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3886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635240" y="4617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38360" y="35661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38862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18,842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738360" y="4617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innings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10652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statistics are scattered across many sources, mostly static, and offer no single place to explore history or get data-driven predictions.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36118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47872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spread across sites and broadcasts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unified, queryable history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aliases cause duplicates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88536" y="30175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8536" y="3017520"/>
            <a:ext cx="36118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25696" y="3547872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PDFs, not interactive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filter by season or team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/ venue effects not shown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4152" y="301752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74152" y="3017520"/>
            <a:ext cx="363016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3017520"/>
            <a:ext cx="3355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 Aid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11312" y="3547872"/>
            <a:ext cx="335584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win-probability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 forecast for a player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selection done by gut feel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relational database of all IPL teams, players and matches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14630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ball-by-ball data and compute career statistics automatically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0175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searchable directories and detailed player / match pages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0175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383280"/>
            <a:ext cx="640080" cy="6400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30175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season trends and leaderboards in an analytics dashboard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5720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 tools: match prediction, run forecast, playing XI, player similarity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572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937760"/>
            <a:ext cx="640080" cy="6400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23760" y="45720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fast, accessible, responsive web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5B6072"/>
          </a:solidFill>
          <a:ln w="12700">
            <a:solidFill>
              <a:srgbClr val="5B60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stats read from sports websites and broadcast graphics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datasets downloaded as CSV / JSON, analysed by hand in spreadsheets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covers only a slice: scores, or players, or standings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prediction is expert opinion, not computed from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54406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41732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Drawbacks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947672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unified view of teams, players and matches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time-consuming; results are static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database to query historical trends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player appears under several name variants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data-backed win probability or form forecast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usability on mobile and in low light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loads 1,243 ball-by-ball fixtures into one SQLite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with directories, detail pages and an analytics 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ML tools served as JSON APIs and cached for speed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system: dark and light themes, responsive layout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5440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41732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947672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the complete IPL record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stats (average, strike rate, 100s, 50s) computed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Interactive: filter, search, sort and chart without reloads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in under a second after first 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(3NF) schema keeps data consistent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stack, no licence cost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D:\CricketIQ\docs\diagrams\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7589520" cy="47560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325880"/>
            <a:ext cx="3383280" cy="4846320"/>
          </a:xfrm>
          <a:prstGeom prst="roundRect">
            <a:avLst>
              <a:gd name="adj" fmla="val 2162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325880"/>
            <a:ext cx="33832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1325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Followed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58200" y="1856232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Collect: Cricsheet JSON + player registers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Clean: resolve aliases, validate fixtures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6-table normalised schema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train 3 scikit-learn models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Serve: Flask routes + JSON APIs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Present: Jinja2 pages with Chart.js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- Workflow and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Image 0" descr="D:\CricketIQ\docs\diagrams\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5669280" cy="2591671"/>
          </a:xfrm>
          <a:prstGeom prst="rect">
            <a:avLst/>
          </a:prstGeom>
        </p:spPr>
      </p:pic>
      <p:pic>
        <p:nvPicPr>
          <p:cNvPr id="7" name="Image 1" descr="D:\CricketIQ\docs\diagrams\table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577840" cy="33593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343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Match-prediction process flow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72200" y="50292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 design (6 tables, 3NF)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8920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the hub: referenced by players, matches and season statistics.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and bowling statistics are one row per (player, match) - no repeating columns.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572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3, JavaScript, HTML5, CSS3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Flask, Flask-SQLAlchemy (SQLAlchemy 2.0), Jinja2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(cricketiq.db); MySQL-ready via 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Cricsheet ball-by-ball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scikit-learn: Random Forest (classifier, regressor), K-Means, StandardScaler; joblib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CSS design tokens, Bootstrap 5 grid, Chart.js, vanilla 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GitHub, VS Code, Chromium (testing); runs on Windows / Linux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/ Major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6118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1,243 fixtures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player aliases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standings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17320"/>
            <a:ext cx="36118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17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Directory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947672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franchises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and season record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filter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361188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417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1947672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 players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SR, 100s, 50s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Match-by-match log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886200"/>
            <a:ext cx="361188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86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&amp; Scorecards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416552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season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batting / bowling card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toss info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886200"/>
            <a:ext cx="36118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886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34840" y="4416552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Wins-per-season trends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wicket leaderboards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Chart.js charts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886200"/>
            <a:ext cx="3611880" cy="4114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886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Tools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4416552"/>
            <a:ext cx="3337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win probability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forecast, playing XI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similarity (K-Means)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of the Working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7" name="Image 0" descr="D:\CricketIQ\docs\shot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35024"/>
            <a:ext cx="3438144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0" y="137160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28016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10" name="Image 1" descr="D:\CricketIQ\docs\shots\p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335024"/>
            <a:ext cx="3438144" cy="2148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84080" y="137160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(V Kohli)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88620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13" name="Image 2" descr="D:\CricketIQ\docs\shots\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941064"/>
            <a:ext cx="3438144" cy="2148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800" y="397764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analytics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2200" y="388620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16" name="Image 3" descr="D:\CricketIQ\docs\shots\predi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941064"/>
            <a:ext cx="3438144" cy="2148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84080" y="3977640"/>
            <a:ext cx="1783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prediction (MI vs CSK)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280160"/>
          <a:ext cx="5486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217920" y="1280160"/>
          <a:ext cx="5486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0690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94360" y="45902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by MI - the most of any franchise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40690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3756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54.7%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429000" y="45902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winners who chose to field won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40690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7220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55.7%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263640" y="45902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match-predictor accuracy (held-out 20%)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006840" y="40690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0684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9098280" y="45902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response once model is cached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02920" y="5257800"/>
            <a:ext cx="11201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to field after winning the toss pays off: 443 of 810 matches won (54.7%) vs 185 of 408 (45.3%) when batting first.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Win-probability model beats a 50% coin-flip but only modestly - cricket outcomes are noisy.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forecaster (MAE 17.1 runs) is no better than a plain average (16.9) - not reliable for single innings.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4864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IPL history loaded: 1,243 matches, 809 players, 15 franchises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6-table database with computed career statistics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web pages and 6 JSON APIs with a consistent, accessible UI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trained models plus a squad-balancing assistant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17320"/>
            <a:ext cx="54864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1947672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 replaces scattered 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answers real questions: toss effect, top performers, team trends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predictor reaches 55.7% accuracy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evaluation: forecaster needs richer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codebase on GitHub for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4864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Improvements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model features: venue form, head-to-head, batting order, pitch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(gradient boosting, logistic regression) with cross-validation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XI assistant using form and opposition matchups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 and a CI pipeline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17320"/>
            <a:ext cx="54864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1947672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Live-score ingestion during the season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 cloud host with MySQL / PostgreSQL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comparison and head-to-head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 (CSV / PDF)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for saved teams and favourites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- Mini Project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Cricsheet - Free structured cricket data (ball-by-ball IPL JSON). https://cricsheet.org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5-32.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(2011). Scikit-learn: Machine Learning in Python. JMLR, 12, 2825-2830.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Documentation. https://flask.palletsprojects.com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Documentation. https://docs.sqlalchemy.org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 Documentation. https://pandas.pydata.org  |  https://numpy.org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Documentation. https://www.chartjs.org/docs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Documentation. https://getbootstrap.com/docs/5.3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 code. https://github.com/arjuntp-397/Mini-Project-2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1323</Words>
  <Application>Microsoft Office PowerPoint</Application>
  <PresentationFormat>Widescreen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K A</cp:lastModifiedBy>
  <cp:revision>2</cp:revision>
  <dcterms:created xsi:type="dcterms:W3CDTF">2026-10-07T03:44:54Z</dcterms:created>
  <dcterms:modified xsi:type="dcterms:W3CDTF">2026-10-07T03:53:17Z</dcterms:modified>
</cp:coreProperties>
</file>