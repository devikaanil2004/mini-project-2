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CRICKETIQ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Analytics &amp; Predictive Intelligence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42062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Frontend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2]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3]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Deployment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[XX]   |   Dept. of Computer Applications   |   Review 1   |   [Month Year]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is a web analytics platform for the Indian Premier League. It unifies a full team / player / match database with a season analytics dashboard and four statistical intelligence tools behind one consistent interface.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963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Analyst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team / player / match record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win trends &amp; leaderboards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Win-probability, form forecast, XI suggestion, similarity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33172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4963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8986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design-token CSS layer, not per-page styling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cached in-process, loaded once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list/API call has a defined empty &amp; error state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11201400" cy="777240"/>
          </a:xfrm>
          <a:prstGeom prst="roundRect">
            <a:avLst>
              <a:gd name="adj" fmla="val 7059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complete — data model, seed data and the full UI/UX are built; ML endpoints run on placeholder models pending training on the full dataset (see Section 11).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845820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 Frontend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 templates, custom OKLCH design-token CSS, Bootstrap 5 grid, vanilla 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Backend Framework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(Python), Flask-SQLAlchemy, Flask-Migrate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 &amp; ORM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(development) / MySQL (production target) via SQLAlchemy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Matching &amp; ML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(RandomForest / classifier), joblib for cached model 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Chart.js, themed at runtime from the CSS token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Icons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SVG sprite (no icon web-font dependency)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 &amp; Security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the application is read-only with no accounts (by design, see Scope)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36118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4088" y="19659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IPL stats sit in disconnected sources with no unified view.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combines directory browsing with predictive analysis.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dashboards are either static tables or opaque black-box models.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371600"/>
            <a:ext cx="36118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371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19659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player &amp; match directories with full detail pages.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analytics: win trends, leaderboards.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probability, form forecast, playing-XI, similarity search.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 / auth — public, read-only tool.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37160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71600"/>
            <a:ext cx="36118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371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93608" y="19659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SQLAlchemy relational schema, normalised to 3NF.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CSS design-token layer driving every page consistently.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endpoints isolated behind a cached loader (lib/loaders.py).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delivery: schema + UI first, model training next.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design: Browser — Flask API — Database</a:t>
            </a:r>
            <a:endParaRPr lang="en-US" sz="1300" dirty="0"/>
          </a:p>
        </p:txBody>
      </p:sp>
      <p:pic>
        <p:nvPicPr>
          <p:cNvPr id="5" name="Image 0" descr="D:\CricketIQ\docs\diagrams\templ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92" y="1600200"/>
            <a:ext cx="7744968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flow for the match win-prediction use case</a:t>
            </a:r>
            <a:endParaRPr lang="en-US" sz="1300" dirty="0"/>
          </a:p>
        </p:txBody>
      </p:sp>
      <p:pic>
        <p:nvPicPr>
          <p:cNvPr id="5" name="Image 0" descr="D:\CricketIQ\docs\diagrams\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91640"/>
            <a:ext cx="10058400" cy="45981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Condensed class diagram — Team is the hub, referenced by Player and Match</a:t>
            </a:r>
            <a:endParaRPr lang="en-US" sz="1300" dirty="0"/>
          </a:p>
        </p:txBody>
      </p:sp>
      <p:pic>
        <p:nvPicPr>
          <p:cNvPr id="5" name="Image 0" descr="D:\CricketIQ\docs\diagrams\class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1645920"/>
            <a:ext cx="8037576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Design</a:t>
            </a:r>
            <a:endParaRPr lang="en-US" sz="2800" dirty="0"/>
          </a:p>
        </p:txBody>
      </p:sp>
      <p:pic>
        <p:nvPicPr>
          <p:cNvPr id="4" name="Image 0" descr="D:\CricketIQ\docs\diagrams\table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1234440"/>
            <a:ext cx="85039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pic>
        <p:nvPicPr>
          <p:cNvPr id="4" name="Image 0" descr="D:\CricketIQ\docs\diagrams\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1216" y="1234440"/>
            <a:ext cx="64465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— Overview &amp; Directory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86400" cy="4892040"/>
          </a:xfrm>
          <a:prstGeom prst="roundRect">
            <a:avLst>
              <a:gd name="adj" fmla="val 935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5" name="Image 0" descr="D:\CricketIQ\docs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17320"/>
            <a:ext cx="530352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325880"/>
            <a:ext cx="5486400" cy="4892040"/>
          </a:xfrm>
          <a:prstGeom prst="roundRect">
            <a:avLst>
              <a:gd name="adj" fmla="val 935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7" name="Image 1" descr="D:\CricketIQ\docs\screenshots\team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417320"/>
            <a:ext cx="5303520" cy="4709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— Intelligence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23160" y="1325880"/>
            <a:ext cx="7315200" cy="4892040"/>
          </a:xfrm>
          <a:prstGeom prst="roundRect">
            <a:avLst>
              <a:gd name="adj" fmla="val 935"/>
            </a:avLst>
          </a:prstGeom>
          <a:solidFill>
            <a:srgbClr val="0F1E3D"/>
          </a:solidFill>
          <a:ln w="9525">
            <a:solidFill>
              <a:srgbClr val="C7CBDB"/>
            </a:solidFill>
            <a:prstDash val="solid"/>
          </a:ln>
        </p:spPr>
      </p:sp>
      <p:pic>
        <p:nvPicPr>
          <p:cNvPr id="5" name="Image 0" descr="D:\CricketIQ\docs\screenshots\predic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14600" y="1417320"/>
            <a:ext cx="713232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Completion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03920" y="384048"/>
            <a:ext cx="3200400" cy="822960"/>
          </a:xfrm>
          <a:prstGeom prst="roundRect">
            <a:avLst>
              <a:gd name="adj" fmla="val 500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206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841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864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Demo-Ready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173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In Development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3949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schema — 6 tables, seeded with 8 teams, 88 players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directory UI — teams, players, matches, detail pages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win-trend and leaderboard charts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shipped — dark/light themes, responsive shell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53949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match win-probability model on the full historical dataset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player run-forecasting model, replace placeholder heuristic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batting/bowling scorecards for every match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production MySQL instance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 for API endpoints and ML pipeline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852160"/>
            <a:ext cx="11201400" cy="457200"/>
          </a:xfrm>
          <a:prstGeom prst="roundRect">
            <a:avLst>
              <a:gd name="adj" fmla="val 10000"/>
            </a:avLst>
          </a:prstGeom>
          <a:solidFill>
            <a:srgbClr val="F7F7FA"/>
          </a:solidFill>
          <a:ln w="9525">
            <a:solidFill>
              <a:srgbClr val="C7C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Schema + Seed Data + UI  →  S2 Model Training + Scorecard Ingestion  →  S3 Deployment +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CricketIQ — Review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2026-08-10T05:30:05Z</dcterms:created>
  <dcterms:modified xsi:type="dcterms:W3CDTF">2026-08-10T05:30:05Z</dcterms:modified>
</cp:coreProperties>
</file>